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Automatic Document Scanner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Advanced Image Processing – Tiny Project</a:t>
            </a:r>
          </a:p>
          <a:p>
            <a:pPr>
              <a:defRPr sz="2000"/>
            </a:pPr>
            <a:r>
              <a:t>Shivam Paliwal | 2305101270430</a:t>
            </a:r>
          </a:p>
          <a:p>
            <a:pPr>
              <a:defRPr sz="2000"/>
            </a:pPr>
            <a:r>
              <a:t>BCA (Hons.) | Semester 7 | Division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document photo can contain perspective distortion, background areas and uneven lighting.</a:t>
            </a:r>
          </a:p>
          <a:p>
            <a:pPr>
              <a:defRPr sz="2000"/>
            </a:pPr>
            <a:r>
              <a:t>The project automates basic scanning and cleanup.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• Detect the document boundary</a:t>
            </a:r>
          </a:p>
          <a:p>
            <a:pPr>
              <a:defRPr sz="2000"/>
            </a:pPr>
            <a:r>
              <a:t>• Find the four corners</a:t>
            </a:r>
          </a:p>
          <a:p>
            <a:pPr>
              <a:defRPr sz="2000"/>
            </a:pPr>
            <a:r>
              <a:t>• Correct perspective</a:t>
            </a:r>
          </a:p>
          <a:p>
            <a:pPr>
              <a:defRPr sz="2000"/>
            </a:pPr>
            <a:r>
              <a:t>• Improve readability</a:t>
            </a:r>
          </a:p>
          <a:p>
            <a:pPr>
              <a:defRPr sz="2000"/>
            </a:pPr>
            <a:r>
              <a:t>• Save processing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Python 3</a:t>
            </a:r>
          </a:p>
          <a:p>
            <a:pPr>
              <a:defRPr sz="2000"/>
            </a:pPr>
            <a:r>
              <a:t>OpenCV</a:t>
            </a:r>
          </a:p>
          <a:p>
            <a:pPr>
              <a:defRPr sz="2000"/>
            </a:pPr>
            <a:r>
              <a:t>NumPy</a:t>
            </a:r>
          </a:p>
          <a:p>
            <a:pPr>
              <a:defRPr sz="2000"/>
            </a:pPr>
            <a:r>
              <a:t>Pillow</a:t>
            </a:r>
          </a:p>
          <a:p>
            <a:pPr>
              <a:defRPr sz="2000"/>
            </a:pPr>
            <a:r>
              <a:t>Tkinter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Input → Grayscale → Gaussian Blur → Canny → Contours → Corner Ordering → Perspective Transform → Adaptive Threshold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Select image</a:t>
            </a:r>
          </a:p>
          <a:p>
            <a:pPr>
              <a:defRPr sz="2000"/>
            </a:pPr>
            <a:r>
              <a:t>2. Detect edges</a:t>
            </a:r>
          </a:p>
          <a:p>
            <a:pPr>
              <a:defRPr sz="2000"/>
            </a:pPr>
            <a:r>
              <a:t>3. Find a large four-sided contour</a:t>
            </a:r>
          </a:p>
          <a:p>
            <a:pPr>
              <a:defRPr sz="2000"/>
            </a:pPr>
            <a:r>
              <a:t>4. Warp the page</a:t>
            </a:r>
          </a:p>
          <a:p>
            <a:pPr>
              <a:defRPr sz="2000"/>
            </a:pPr>
            <a:r>
              <a:t>5. Create the cleaned scan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Original image</a:t>
            </a:r>
          </a:p>
          <a:p>
            <a:pPr>
              <a:defRPr sz="2000"/>
            </a:pPr>
            <a:r>
              <a:t>Edge map</a:t>
            </a:r>
          </a:p>
          <a:p>
            <a:pPr>
              <a:defRPr sz="2000"/>
            </a:pPr>
            <a:r>
              <a:t>Detected document</a:t>
            </a:r>
          </a:p>
          <a:p>
            <a:pPr>
              <a:defRPr sz="2000"/>
            </a:pPr>
            <a:r>
              <a:t>Perspective-corrected page</a:t>
            </a:r>
          </a:p>
          <a:p>
            <a:pPr>
              <a:defRPr sz="2000"/>
            </a:pPr>
            <a:r>
              <a:t>Final cleaned scan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lightweight document scanner can be built from explainable image-processing operations and run locally without an external AI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